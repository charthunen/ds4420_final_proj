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97"/>
    <p:restoredTop sz="94656"/>
  </p:normalViewPr>
  <p:slideViewPr>
    <p:cSldViewPr snapToGrid="0">
      <p:cViewPr varScale="1">
        <p:scale>
          <a:sx n="63" d="100"/>
          <a:sy n="63" d="100"/>
        </p:scale>
        <p:origin x="200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A96D-E9FD-1090-C5A5-A02CA9571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BEA6D-F2A6-A5D1-95EB-6BFCE9E44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6D616-74AE-26E3-82BE-42F39CD7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33C32-681E-6213-4181-6A344861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65ECB-9866-A1F7-475A-226A24EE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9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1140-0BD3-EFBF-CA4B-5A3A6CD0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988A2-6CC6-F9CD-F035-116F3D8F9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393DE-BE52-FC06-2847-C512C005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8E8F1-64EC-D67A-227B-8CBF551E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37691-6F25-A509-C7B9-C8D9784E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7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8278-D46E-1539-7819-8CF84AAC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1239-FBBB-139C-3653-BB023EE9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A6176-0C6D-3B8B-D6C6-B47A09AD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7B994-BAA3-321C-11A6-F3F3F06F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A25F-073E-1B7B-43AF-0A1870DF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C108-EE8B-B6CB-C253-15541CA9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2C032-0AE4-B3CF-195D-F2334584E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5FCEA-BBFD-E88F-F0BE-9E80D5FAE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12530-5AA6-CF33-3BB4-4687B5B0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81B5B-63A0-89C6-EA59-3E0C3F8A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3AEF9-A4D6-15B0-68DD-31939C9A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48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E715-5BD6-075C-C751-BC5B1C9F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8BD74-E4AA-CB17-A269-E8D7FFD1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D208D-DBB4-D30C-0E0F-10D565529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F5F05-0A4F-E86F-C573-E37DE44D4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E646C-4275-586C-46B0-CD25C017D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82939C-02BB-0793-4C5F-1A2ECC38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8D2ECD-8FC0-6BBD-68AE-A340E19A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15302-CF8A-DA4B-B5D9-F5B57F00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6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AD68-BB0E-A191-00E0-D2DE6BBA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A67AE-A045-4689-24B1-B51943A5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A3681-E447-AC63-20C5-9D816ADC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124DF-481D-B3AD-2B02-22C465DD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6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E4A6C-673F-75B9-EC6F-7AAE8A4D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DD07C-75AD-DB36-3504-1BAF7F18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3FC71-2C29-BFB6-0198-1719A89C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7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BBC1-199C-6C06-61DE-812438DF3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DB02-4A0B-1CC9-1372-E3A9B2421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F5DD9-A574-88D9-79A4-86E64FC00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09388-95DA-821C-02AB-DC835960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BE80C-72C5-818F-FB44-CF05B361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CE540-DED0-31F1-F6BF-7C5EB29B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8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1185-C2FC-8A92-A3E3-8ADB0AB1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E3F04E-236F-D051-9C7D-8A80B7723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FA6C3-73E7-A735-8187-B6CA5E4A5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C05B7-F584-6C8F-EAE5-7C4853AC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8C8DD-32CC-8778-644C-9FCB9D72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0BB99-4F8C-3CD4-01CA-73C327E5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F741-8001-7D59-53D4-CAE7310F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BBD95-F53D-10C8-57DB-B823BECB0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D2DFD-ACA7-530D-E7CE-C194B6F0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B3AA5-10DD-805E-757F-60F253C6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004D-3D99-0A1B-B880-8CAE2E84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8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220F3-1E5F-33A8-C2A3-7C82980DF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63209-8C9C-560A-1194-E7029A38D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5C9A-E159-2642-ACE0-D13D8C0B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01EEE-3092-EE64-5B34-B3915D85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36A8-49BB-8382-C942-8C8BCB51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414E2-D190-D4E5-3441-FF93E843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07AC2-C213-F9D3-E5D0-6CBD1A791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7674-2760-D981-BBA9-F39BCF2DA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8BB41-3161-C448-898F-9515D43E6E4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8B362-8197-8F55-DA55-0CFB9DE37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53EF8-3C8D-94E9-7981-33AC66CA1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575F4-E2C7-8D47-AB99-1623C0242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7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398C-8FE2-0E86-0870-BED7E79A7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6B44A-A99B-573B-1557-5AB3606E6F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4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Thunen</dc:creator>
  <cp:lastModifiedBy>Charlotte Thunen</cp:lastModifiedBy>
  <cp:revision>1</cp:revision>
  <dcterms:created xsi:type="dcterms:W3CDTF">2026-04-09T17:10:31Z</dcterms:created>
  <dcterms:modified xsi:type="dcterms:W3CDTF">2026-04-09T17:12:11Z</dcterms:modified>
</cp:coreProperties>
</file>